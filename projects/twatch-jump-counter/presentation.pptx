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74" r:id="rId3"/>
    <p:sldId id="275" r:id="rId4"/>
    <p:sldId id="277" r:id="rId5"/>
    <p:sldId id="283" r:id="rId6"/>
    <p:sldId id="278" r:id="rId7"/>
    <p:sldId id="282" r:id="rId8"/>
    <p:sldId id="281" r:id="rId9"/>
    <p:sldId id="280" r:id="rId10"/>
    <p:sldId id="279" r:id="rId11"/>
    <p:sldId id="290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>
        <p:scale>
          <a:sx n="86" d="100"/>
          <a:sy n="86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1:25:2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9830,'-4'0'273,"-3"0"-273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A6699-A126-4344-A1BF-AF4B55D3746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48FB0-6759-40C3-951A-5F98A5C3C6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72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48FB0-6759-40C3-951A-5F98A5C3C63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668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48FB0-6759-40C3-951A-5F98A5C3C63B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81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7A97-272A-80D7-A8E0-558C3FDF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4FF23-F964-B780-AA95-82EEA32E1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40CCA-A4A6-DEEF-EFF9-F3ED9A00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1B705-797E-2427-51BB-CEE41908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FBA1-9F3D-1D4D-9D34-BD3E3FF0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81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1FC3-F984-FFF2-3A6F-01679838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96E3-93EA-3FD0-92C2-BC177A8DE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BFED5-3CFB-F785-06DF-B4A022C3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4D878-E694-758C-A9A3-E618389D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8973C-06DA-95E8-662E-2E41BBDA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17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7F49-9A3A-3E93-BF70-E3127427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BAA37-E8C1-8770-89A2-437D7F51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BDE5-E52F-D7DD-12D5-5E32ECA6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B3E88-BECC-3FBB-224C-88A47646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8DA3F-7DA7-9682-D55C-9537A15A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95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385B-133F-6E35-81B0-5CF41922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E2C1-E9AE-37D5-D586-E548C699A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B337A-C5B2-3176-D158-A945DAE6A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1625B-7F1E-8CAC-C5F7-14E9493B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951E3-2D29-6847-A0E4-CB4F84B0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55841-76DD-9DA5-03FF-1895285E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0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9EF7-6A3F-96E3-1C7D-580C441B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50FCC-6DB1-BFDC-3DBB-798ECFB1C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CB1C5-3870-FD78-E85E-38BC0B392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1970D-0B23-46C3-F822-37D33C3A2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7983D-12DC-EF73-175B-A53660A88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0D841-F4CE-A2A6-ED44-CDA43864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C5BB6-D5E1-89EB-DDA1-0F344E82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F800C-3D0B-6FD4-C0C5-7F971416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23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F1A0-DD07-66BC-AB8F-A012BCC0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54AE2-28EE-6362-EDEF-7EA453F4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1DD76-3F63-4E44-8A60-0AF9E086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297F7-5619-6D38-784B-A28DE0C3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56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CA851-F91B-FC16-957E-FD4EF208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36F0B-4B0A-9E6F-634C-AA117234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9469-F337-20BC-9248-F022842E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69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CDC1-CF1D-0313-ABA4-909F4976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1813A-5B71-59CC-7889-9EF80B751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E1A53-6716-D08B-0C35-1602E1A79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47150-78CE-7243-A7CF-C437EE30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80C3F-778E-8C40-6B19-7E36C486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F8E77-5C0C-FA5B-C93F-89679ECD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99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1198-A06B-FC69-6512-DF120047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9C816-3F0E-ED49-A61D-7FD759A8A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6D061-69FC-382D-DFEC-5E91DE6C4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F3D8B-7818-CD79-4E70-22551AA2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5D5CC-BC04-780B-0433-65274603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D87A-87FF-2CDB-F2E6-C94C64D9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44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CA91-9366-AAFE-FB97-52B277E8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3B489-708D-4624-3C44-38CE009FF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C921-7920-A06D-B279-24E5CE4F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6A510-1AC0-5AC4-D77B-BA2E232E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E6C7F-FA68-73AB-CD62-2185CFDB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4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F5FF6-A96A-DC59-80D1-845E3DBDA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ACE15-EE09-649C-D62A-07C3606D0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82207-FF62-E4F3-8D94-F4ADDD17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9A973-965B-D118-7851-EE9F8ECE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27046-DEB2-3B30-2D3F-BD85A705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417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1E97-5A45-673E-0C22-52CC380F2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831BA-BE11-1819-40CD-42811383B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B3516-B7CC-C835-A1FE-C3B7CC54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46B-1FC2-0680-0251-6D6F5DBE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CAF69-1DC5-398C-557A-1C69E6DE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386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B2A9-304C-2634-4E66-3EFC6F9D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126FD-47A5-F53B-7C22-9638E323A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B329-6C67-7B8E-B8FA-B1FBE4BA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BF7E-93DC-E1FF-6F8B-342D8AC3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95940-2E86-EB65-C787-00DF743E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81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1E7C-CFE5-31DB-8528-0DE59903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4CDCF-F8FF-62D2-8211-5490BF4BF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00A80-74B1-1571-9F75-4AE341E1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20DA6-2182-A638-B97F-92DE36B6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E0A94-3B32-25DB-29C2-A86A13D3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818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C1B7-B7FB-4033-DF95-DDFF016C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25568-E7AE-2630-82C1-AF9AB4A19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B6506-B7DD-C88C-1FD5-50196F07A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C1296-C5F9-F550-811F-F6D752DB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4D324-3D4B-C47D-759A-9FCA5C07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ECDF1-854C-C967-DFFE-3AAAF015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643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AFAE-DC2E-2E30-7CB6-A9CE5EF5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EAB74-F084-42C0-7F7A-3791A54B6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3B28C-8DA4-4C94-9E85-31FC0372C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38E77-2625-5E09-E460-DE4A3DB33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A2F60-6FED-49F7-449E-BFF88645E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763ED-3B5F-3A4C-E9A2-4D278787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18CAC-422A-55CF-06CE-702A0770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C169D-5D4C-18DF-6750-F64DF8B8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840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14D9-DFE8-F949-8593-2EC80646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A2B05-3525-E976-8F1A-99701A2C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CEC31-E8AC-3F9E-E233-04F309A5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9CFAE-C7F0-458B-E0FA-1377ECAB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253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D2685-36D6-FAB7-D46B-0CBAEB59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D4835-6987-4316-699B-EB30A4FB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95D5-E526-C042-111F-5DACFD30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31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BE7C-2026-327D-7855-D78F454F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ADA1-7F40-2E62-81F8-98DD78BB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4FAFB-DCCF-BC98-F2AB-34D7F701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C5185-C95B-7FB1-D5DC-0448197C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815C2-C819-9B09-A26D-A5826E07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BBFFE-1E0C-CA63-CEFA-76F15017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403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303B-04F3-01C7-BAB3-5D341EE3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931-561F-3F3B-1B44-8DF38C274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68F91-0E32-A3D5-DAEA-BF5D39295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29A09-AE08-38DF-CC78-D8C0C16C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7258B-24B5-C53A-CAA7-CFE8DA29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3B6C1-4FFB-5D31-6533-4D5B0946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09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CE49-57B6-2163-A892-2A65D704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476D9-078E-BA9A-5889-00A91FF9F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FBD1-1C87-74EC-5887-9F087CE4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5EEF9-96C3-90E9-F6FB-9E460AC2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05D79-9118-C9EE-703D-2039EACD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1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29316-BDB7-B572-5AE2-C1B5C8F9D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06CD0-EC58-82C9-F509-68273D8E9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F98D5-274E-35FF-275E-9A1DC1AE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7F2F-B128-3C11-5CC8-713087279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596E4-D51F-AA1B-819A-C2795507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1523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8887-6E18-A171-03B0-92F1675C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7F919-2F2B-B845-469E-8026DEBD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390D3-3D61-CF4E-A694-1E57367B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DA50F-1934-6A12-A25E-7D4C427B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47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D1024-E9C7-3CBF-82C3-86D552DE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6024-8BC6-E73F-EE42-2DFA1395D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9A250-53DB-4869-B4C0-001564861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2BFEF-4F5C-4F22-B728-D499C1765C33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EFF24-42F9-113B-74B3-DCA97DCD4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56401-2EC8-7353-EC2D-49780E4D5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CE266-1CB0-48A0-9640-B73819E53D7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66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B7D91-7B1D-2D24-6D62-10F99FBE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BEB5C-A0B9-7A37-835D-A76A42A89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B45D8-0188-54B3-A1FC-3B69D7516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82DAC-334B-4D55-B8D6-B2223A7267B2}" type="datetimeFigureOut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9D86-8FC7-08C4-36A1-8186F7A83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05C1C-46DF-C6EC-1C46-B05AA2313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C0EF3-D764-4549-8651-BC6B9CAE31E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15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.emf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customXml" Target="../ink/ink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8.png"/><Relationship Id="rId4" Type="http://schemas.openxmlformats.org/officeDocument/2006/relationships/customXml" Target="../ink/ink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8024-8ED4-5E3B-2E91-CAFDB8AD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8601-D07C-5B40-4B1D-B57FE1B45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855E56-ACDD-0831-2553-46B3DE4BDA7B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855E56-ACDD-0831-2553-46B3DE4BDA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8FC308-A880-5660-E0B5-B8A20DC96B9A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8FC308-A880-5660-E0B5-B8A20DC96B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AD87B0-8C87-FD28-0464-D865FC5D4040}"/>
              </a:ext>
            </a:extLst>
          </p:cNvPr>
          <p:cNvSpPr txBox="1"/>
          <p:nvPr/>
        </p:nvSpPr>
        <p:spPr>
          <a:xfrm>
            <a:off x="1712069" y="1002982"/>
            <a:ext cx="6128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4221BD-F049-BA84-75FF-6E717FDD8A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37" y="0"/>
            <a:ext cx="4803089" cy="2316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451FCC3-7061-046F-01A8-A4F730A17184}"/>
              </a:ext>
            </a:extLst>
          </p:cNvPr>
          <p:cNvSpPr/>
          <p:nvPr/>
        </p:nvSpPr>
        <p:spPr>
          <a:xfrm>
            <a:off x="0" y="6102574"/>
            <a:ext cx="12192000" cy="7554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7ABB3-9834-4AA4-368B-63DDCD69CC05}"/>
              </a:ext>
            </a:extLst>
          </p:cNvPr>
          <p:cNvSpPr txBox="1"/>
          <p:nvPr/>
        </p:nvSpPr>
        <p:spPr>
          <a:xfrm>
            <a:off x="1524000" y="2090840"/>
            <a:ext cx="969389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 Jump Counter for Skipping Rope Using T-Watch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Shanal Orin Dsouza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Shubham Jadhav                                                                       Date: 14.01.2026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4D5E2-57CC-D66A-2049-0CAF50BF5A9D}"/>
              </a:ext>
            </a:extLst>
          </p:cNvPr>
          <p:cNvSpPr txBox="1"/>
          <p:nvPr/>
        </p:nvSpPr>
        <p:spPr>
          <a:xfrm>
            <a:off x="488790" y="629180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1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D2E4-BFA5-8412-D0A3-23171FDF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DCBCD4-ECA0-4D4A-D3A3-4A5515F9915D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30620C0-3D33-2934-CE48-1A6671E0D84F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30620C0-3D33-2934-CE48-1A6671E0D8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F487290-279D-5078-FAA6-0A9356AC1F0D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F487290-279D-5078-FAA6-0A9356AC1F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5AE777F-4BEB-0D08-8202-4C303AB4CECF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363ADB-23E3-A6A7-1F31-DF126369F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D0C19B-BF35-F00A-22F9-B0EBE4E0E722}"/>
              </a:ext>
            </a:extLst>
          </p:cNvPr>
          <p:cNvSpPr txBox="1"/>
          <p:nvPr/>
        </p:nvSpPr>
        <p:spPr>
          <a:xfrm>
            <a:off x="1370914" y="113862"/>
            <a:ext cx="9726578" cy="456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smartwatch application to: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skipping rope jumps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workout duration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basic workout control (start, stop, reset)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fault tolerant behaviour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required user interaction during workout execution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637C5-9661-02F2-5BB4-214938721E26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89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5668-DD83-21B9-225E-6D3D319C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22FA26-24CF-C3B7-D369-F12FCA6A37BA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F808C9C-2FB6-F1B1-4B43-79A6A859781C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F808C9C-2FB6-F1B1-4B43-79A6A85978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78EC7F-E894-3202-280A-1C53FC8C8A39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78EC7F-E894-3202-280A-1C53FC8C8A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71C1645-C942-D5BE-8E77-3ED010A9C032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432D8-4B95-690F-4ACB-ED03A48E9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327F43-8E32-AF94-FD48-52DAF15BB423}"/>
              </a:ext>
            </a:extLst>
          </p:cNvPr>
          <p:cNvSpPr txBox="1"/>
          <p:nvPr/>
        </p:nvSpPr>
        <p:spPr>
          <a:xfrm>
            <a:off x="1524000" y="281765"/>
            <a:ext cx="9824935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starts workout manually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reads IMU acceleration data continuously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detection logic counts valid jump events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runs in parallel with jump detection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tolerant logic monitors: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inactivity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plausibility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8E4AA-0525-7B87-4C1A-0C91FFE3C6D3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9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B2DB-FCCF-F2AA-B77C-6EBBBF0A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9F97-FE47-3EBE-15DC-EF4FAC81E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C31C71-032F-F565-F6E1-D82C2B349B06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ABAD0A-26F2-C4B5-CCE7-D4E91D39221C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ABAD0A-26F2-C4B5-CCE7-D4E91D3922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03BEDA-D000-CEEE-2867-D5B9AF136925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03BEDA-D000-CEEE-2867-D5B9AF1369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AC194EB-23E4-D9DC-CF7F-79FF1E84BA97}"/>
              </a:ext>
            </a:extLst>
          </p:cNvPr>
          <p:cNvSpPr/>
          <p:nvPr/>
        </p:nvSpPr>
        <p:spPr>
          <a:xfrm>
            <a:off x="0" y="6131846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D9DCD1-91C2-0CE5-7212-7316BAEAAF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B3F14B-593F-042C-34B0-2A1A2509762C}"/>
              </a:ext>
            </a:extLst>
          </p:cNvPr>
          <p:cNvSpPr txBox="1"/>
          <p:nvPr/>
        </p:nvSpPr>
        <p:spPr>
          <a:xfrm>
            <a:off x="1524000" y="281765"/>
            <a:ext cx="103963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Tolerant Pattern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Human Intervention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Human Intervention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should react automatically without requiring user input.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jump is detected for 15 seconds: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Workout stops automatically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freezes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enters a safe and idle state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71037-5A51-7AA7-D5AF-9820EAAC75EA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8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6348-2BF7-42A1-DC81-92F66CC3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D5B1-1AB3-C4AF-2890-438A5E90E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C81F5B-FCC2-7B45-01CE-6B7FFA733E0E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52B4C8-486D-8ED1-187A-D9B287C58B84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52B4C8-486D-8ED1-187A-D9B287C58B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8AC8C3-0F67-BCD4-ABD1-00880A1A863E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8AC8C3-0F67-BCD4-ABD1-00880A1A86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4D4763A-ADE6-6B7F-7324-B9D94993E089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ED6C6F-144F-E405-5C56-81D3DB263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B64484-82D7-4F49-6D56-C903BC94E5F6}"/>
              </a:ext>
            </a:extLst>
          </p:cNvPr>
          <p:cNvSpPr txBox="1"/>
          <p:nvPr/>
        </p:nvSpPr>
        <p:spPr>
          <a:xfrm>
            <a:off x="1524000" y="17814"/>
            <a:ext cx="7476667" cy="59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Fault Tolerance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invalid jump detections caused by sensor noise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incorrect jump counts and workout duration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internal system state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remains reliable despite IMU uncertainty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Erroneous data is contained and corrected early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A77C6-4E90-0DD0-398F-2E3185B57ECF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12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532F-7685-A681-5989-918EF4E6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1C0D-F9A6-F76D-437A-BF425B387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7C399-FF81-668E-3513-246387365717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29D0A7-78DD-6C76-DADE-D4D1A48F8A26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29D0A7-78DD-6C76-DADE-D4D1A48F8A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E6DF19-2DBE-2E06-EAC0-B50AF6D8D875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E6DF19-2DBE-2E06-EAC0-B50AF6D8D8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02CA50A-2682-CC23-ED20-4A1DEABAD482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257EB2-2A28-E904-32A8-B6CE597CE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DFB364-4C18-BC18-3F36-B2F007622CB1}"/>
              </a:ext>
            </a:extLst>
          </p:cNvPr>
          <p:cNvSpPr txBox="1"/>
          <p:nvPr/>
        </p:nvSpPr>
        <p:spPr>
          <a:xfrm>
            <a:off x="1618034" y="192277"/>
            <a:ext cx="8955931" cy="627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Tolerant Pattern 2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Audits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Correcting Audits (Hanmer)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and correct erroneous data before it propagates through the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sensor data is continuously checked for plausibility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or unrealistic acceleration peaks are discarded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time gap between consecutive jumps is enforced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 remains consistent despite noisy sensor data</a:t>
            </a:r>
          </a:p>
          <a:p>
            <a:pPr>
              <a:lnSpc>
                <a:spcPct val="15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C68E6-FACF-DB13-04DB-5FCD608D361D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6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8B45-DADB-7F44-E9BF-00BE2FCA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B0CA-A989-FB87-ED67-FC81D8555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0C6C3F-2871-938D-267B-07A801EDEC5F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115706-33A0-B9AB-1D6B-3D5D21C4AED4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115706-33A0-B9AB-1D6B-3D5D21C4AE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C6136B-3905-2618-6EB2-A0557526F377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5C6136B-3905-2618-6EB2-A0557526F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2CC53B6-F2C7-0F2D-458B-1102B33BFB47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CA70EF-7DC5-8CF3-FAF1-5510AD00E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67A7D0-B7D1-FE67-BC65-A85131C3C458}"/>
              </a:ext>
            </a:extLst>
          </p:cNvPr>
          <p:cNvSpPr txBox="1"/>
          <p:nvPr/>
        </p:nvSpPr>
        <p:spPr>
          <a:xfrm>
            <a:off x="1287863" y="113862"/>
            <a:ext cx="10046115" cy="6456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Fault Tolerance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invalid jump detections caused by sensor noise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incorrect jump counts and workout duration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internal system state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remains reliable despite IMU uncertainty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Erroneous data is contained and corrected early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8379C-3DB9-F5BA-6990-98A5F1E67CF4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53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0510-DF75-CE42-08E0-80A7016A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523C75-8C5E-B9D0-4A29-2B77976617D3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B0EAFF-5F6D-D5F4-4697-C2A1BE03FE6B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B0EAFF-5F6D-D5F4-4697-C2A1BE03FE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3BBEF8-00E5-35EE-6016-BC788D7F298D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3BBEF8-00E5-35EE-6016-BC788D7F29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7152693-EE90-33B9-F0E8-F7CAA1075055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FF05F4-9070-FD44-D311-6867C77C94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E2C5CE-14D8-71A0-8089-8BA44D6B57E9}"/>
              </a:ext>
            </a:extLst>
          </p:cNvPr>
          <p:cNvSpPr txBox="1"/>
          <p:nvPr/>
        </p:nvSpPr>
        <p:spPr>
          <a:xfrm>
            <a:off x="1627228" y="281765"/>
            <a:ext cx="1004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BA828-7491-518F-A62C-71D6B0E4B431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F183F6-7C29-450D-A037-BF26D3AB7C71}"/>
              </a:ext>
            </a:extLst>
          </p:cNvPr>
          <p:cNvSpPr txBox="1"/>
          <p:nvPr/>
        </p:nvSpPr>
        <p:spPr>
          <a:xfrm>
            <a:off x="8467628" y="1612107"/>
            <a:ext cx="2599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2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8D2A7-B5E2-1D9C-6113-3E85796817E3}"/>
              </a:ext>
            </a:extLst>
          </p:cNvPr>
          <p:cNvSpPr txBox="1"/>
          <p:nvPr/>
        </p:nvSpPr>
        <p:spPr>
          <a:xfrm>
            <a:off x="1550710" y="1616983"/>
            <a:ext cx="1578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1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T Watch Video 1">
            <a:hlinkClick r:id="" action="ppaction://media"/>
            <a:extLst>
              <a:ext uri="{FF2B5EF4-FFF2-40B4-BE49-F238E27FC236}">
                <a16:creationId xmlns:a16="http://schemas.microsoft.com/office/drawing/2014/main" id="{007DACDF-7049-C277-168F-9CCCE7F59D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t="18962"/>
          <a:stretch>
            <a:fillRect/>
          </a:stretch>
        </p:blipFill>
        <p:spPr>
          <a:xfrm>
            <a:off x="938048" y="1048340"/>
            <a:ext cx="3305478" cy="4764184"/>
          </a:xfrm>
          <a:prstGeom prst="rect">
            <a:avLst/>
          </a:prstGeom>
        </p:spPr>
      </p:pic>
      <p:pic>
        <p:nvPicPr>
          <p:cNvPr id="2" name="T Watch Video 2">
            <a:hlinkClick r:id="" action="ppaction://media"/>
            <a:extLst>
              <a:ext uri="{FF2B5EF4-FFF2-40B4-BE49-F238E27FC236}">
                <a16:creationId xmlns:a16="http://schemas.microsoft.com/office/drawing/2014/main" id="{5EF1EB95-64A3-1C90-B03F-2A7C0AE95DE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932032" y="903329"/>
            <a:ext cx="3305477" cy="490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3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7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9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>
                <p:cTn id="11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4324-A013-D089-5967-774B08E7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EE99-AC5A-2237-2F09-FC73AA639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0CB7D0-1E09-E9C6-A2D6-4F818C53DE55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2654C6-597E-246F-C908-BB1351BFCCE8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2654C6-597E-246F-C908-BB1351BFCC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8A9B3A-9613-D58F-7D01-FB9A56A9F7B7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8A9B3A-9613-D58F-7D01-FB9A56A9F7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DEA0FDA-6711-8D7E-E95A-28212FDA3B0E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B40CD7-42D7-3F3D-0A10-AADB30587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FFC6C3-3F68-7078-ECB9-9D17B7961808}"/>
              </a:ext>
            </a:extLst>
          </p:cNvPr>
          <p:cNvSpPr txBox="1"/>
          <p:nvPr/>
        </p:nvSpPr>
        <p:spPr>
          <a:xfrm>
            <a:off x="1523602" y="155310"/>
            <a:ext cx="8907551" cy="627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axis measurement: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Z axis acceleration used; tilt or lateral motion may cause missed jumps or false detections.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watch wearing: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 wrist movement can generate false acceleration peaks.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Sudden hand/arm movements (swings, claps) may be counted as jumps.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orientation compensation: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 rotation reduces Z axis accuracy.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sensor system: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redundancy; system relies solely on built in IMU.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A0E88-C863-C521-3195-546430720CA3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90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4156-B093-16AE-037B-4BCF9D0B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19A34-4D3F-B1C5-1A13-124EDAB14D8F}"/>
              </a:ext>
            </a:extLst>
          </p:cNvPr>
          <p:cNvCxnSpPr/>
          <p:nvPr/>
        </p:nvCxnSpPr>
        <p:spPr>
          <a:xfrm>
            <a:off x="0" y="614959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EC98CE-C2CD-973E-464A-B1F89A776E8E}"/>
                  </a:ext>
                </a:extLst>
              </p14:cNvPr>
              <p14:cNvContentPartPr/>
              <p14:nvPr/>
            </p14:nvContentPartPr>
            <p14:xfrm>
              <a:off x="1069644" y="650724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EC98CE-C2CD-973E-464A-B1F89A776E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644" y="6489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6611F6-8B93-94C7-9FB7-B25BD2E61557}"/>
                  </a:ext>
                </a:extLst>
              </p14:cNvPr>
              <p14:cNvContentPartPr/>
              <p14:nvPr/>
            </p14:nvContentPartPr>
            <p14:xfrm>
              <a:off x="-1122756" y="281765"/>
              <a:ext cx="4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6611F6-8B93-94C7-9FB7-B25BD2E615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40756" y="263765"/>
                <a:ext cx="39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C576B20-9027-85D5-69AC-30D90DD93F3E}"/>
              </a:ext>
            </a:extLst>
          </p:cNvPr>
          <p:cNvSpPr/>
          <p:nvPr/>
        </p:nvSpPr>
        <p:spPr>
          <a:xfrm>
            <a:off x="0" y="6149591"/>
            <a:ext cx="12192000" cy="7084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1954A4-6858-9E88-4AE3-E72AE8E24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6" y="281765"/>
            <a:ext cx="721217" cy="72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63AD41-1C84-B97E-0BD6-E0E08FFC9A3F}"/>
              </a:ext>
            </a:extLst>
          </p:cNvPr>
          <p:cNvSpPr txBox="1"/>
          <p:nvPr/>
        </p:nvSpPr>
        <p:spPr>
          <a:xfrm>
            <a:off x="1401452" y="113862"/>
            <a:ext cx="9857362" cy="5022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fault tolerant jump counter smartwatch application was implemented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architectural fault tolerance patterns (Hanmer) were applied: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Human Intervention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Audits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behaves robustly under real world conditions with noisy sensor data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 improves reliability without increasing user effort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E1A78-C8EC-1A8D-5F74-C7FC962C2FDE}"/>
              </a:ext>
            </a:extLst>
          </p:cNvPr>
          <p:cNvSpPr txBox="1"/>
          <p:nvPr/>
        </p:nvSpPr>
        <p:spPr>
          <a:xfrm>
            <a:off x="564204" y="6313251"/>
            <a:ext cx="493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Fault Tolerant Software for Embedded Realtime Systems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Technische Hochschule Brandenburg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0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4A3F5E-D69A-A6C7-09F6-8585FFE8315E}"/>
              </a:ext>
            </a:extLst>
          </p:cNvPr>
          <p:cNvSpPr/>
          <p:nvPr/>
        </p:nvSpPr>
        <p:spPr>
          <a:xfrm>
            <a:off x="0" y="690664"/>
            <a:ext cx="12192000" cy="55148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1C898-F005-2238-31F3-8A8415F94664}"/>
              </a:ext>
            </a:extLst>
          </p:cNvPr>
          <p:cNvSpPr txBox="1"/>
          <p:nvPr/>
        </p:nvSpPr>
        <p:spPr>
          <a:xfrm>
            <a:off x="0" y="183086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75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29839</TotalTime>
  <Words>560</Words>
  <Application>Microsoft Office PowerPoint</Application>
  <PresentationFormat>Widescreen</PresentationFormat>
  <Paragraphs>117</Paragraphs>
  <Slides>11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Times New Roman</vt:lpstr>
      <vt:lpstr>Office Theme</vt:lpstr>
      <vt:lpstr>Custom Design</vt:lpstr>
      <vt:lpstr>  </vt:lpstr>
      <vt:lpstr>PowerPoint Presentation</vt:lpstr>
      <vt:lpstr>PowerPoint Presentation</vt:lpstr>
      <vt:lpstr>  </vt:lpstr>
      <vt:lpstr>  </vt:lpstr>
      <vt:lpstr>  </vt:lpstr>
      <vt:lpstr>  </vt:lpstr>
      <vt:lpstr>PowerPoint Presentation</vt:lpstr>
      <vt:lpstr>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/>
  <cp:lastModifiedBy/>
  <cp:revision>26</cp:revision>
  <dcterms:created xsi:type="dcterms:W3CDTF">2025-11-17T11:23:50Z</dcterms:created>
  <dcterms:modified xsi:type="dcterms:W3CDTF">2026-02-03T14:28:54Z</dcterms:modified>
</cp:coreProperties>
</file>